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EduConnect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Progress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study partner platform connecting students, tracking progress, and providing learning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Progress Against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Deliverables committed &amp; status:</a:t>
            </a:r>
          </a:p>
          <a:p>
            <a:pPr lvl="1">
              <a:defRPr sz="1200"/>
            </a:pPr>
            <a:r>
              <a:t>Multi-step signup, login, profile, localStorage</a:t>
            </a:r>
          </a:p>
          <a:p>
            <a:pPr lvl="1">
              <a:defRPr sz="1200"/>
            </a:pPr>
            <a:r>
              <a:t>Weighted Jaccard matching, match scores</a:t>
            </a:r>
          </a:p>
          <a:p>
            <a:pPr lvl="1">
              <a:defRPr sz="1200"/>
            </a:pPr>
            <a:r>
              <a:t>Session timer, weekly hours, StudyAnalytics page</a:t>
            </a:r>
          </a:p>
          <a:p>
            <a:pPr lvl="1">
              <a:defRPr sz="1200"/>
            </a:pPr>
            <a:r>
              <a:t>Curated resources, field quizzes, final tests</a:t>
            </a:r>
          </a:p>
          <a:p>
            <a:pPr lvl="1">
              <a:defRPr sz="1200"/>
            </a:pPr>
            <a:r>
              <a:t>Interest-based groups, 30% minimum match</a:t>
            </a:r>
          </a:p>
          <a:p>
            <a:pPr lvl="1">
              <a:defRPr sz="1200"/>
            </a:pPr>
            <a:r>
              <a:t>Background topic extraction from feedback/chat</a:t>
            </a:r>
          </a:p>
          <a:p>
            <a:pPr lvl="1">
              <a:defRPr sz="1200"/>
            </a:pPr>
            <a:r>
              <a:t>Charts, empty states, mobile-responsive</a:t>
            </a:r>
          </a:p>
          <a:p>
            <a:pPr lvl="1">
              <a:defRPr sz="1200"/>
            </a:pPr>
            <a:r>
              <a:t>Submit feedback, history, status tracking</a:t>
            </a:r>
          </a:p>
          <a:p>
            <a:pPr>
              <a:defRPr sz="1400"/>
            </a:pPr>
            <a:r>
              <a:t>User Auth &amp; Registration – Completed</a:t>
            </a:r>
          </a:p>
          <a:p>
            <a:pPr>
              <a:defRPr sz="1400"/>
            </a:pPr>
            <a:r>
              <a:t>Recommendation Engine – Completed</a:t>
            </a:r>
          </a:p>
          <a:p>
            <a:pPr>
              <a:defRPr sz="1400"/>
            </a:pPr>
            <a:r>
              <a:t>Study Tracking &amp; Analytics – Completed</a:t>
            </a:r>
          </a:p>
          <a:p>
            <a:pPr>
              <a:defRPr sz="1400"/>
            </a:pPr>
            <a:r>
              <a:t>Learning Resources &amp; Quizzes – Completed</a:t>
            </a:r>
          </a:p>
          <a:p>
            <a:pPr>
              <a:defRPr sz="1400"/>
            </a:pPr>
            <a:r>
              <a:t>Study Groups – Completed</a:t>
            </a:r>
          </a:p>
          <a:p>
            <a:pPr>
              <a:defRPr sz="1400"/>
            </a:pPr>
            <a:r>
              <a:t>BERTopic NLP / Topic Modeling – Completed</a:t>
            </a:r>
          </a:p>
          <a:p>
            <a:pPr>
              <a:defRPr sz="1400"/>
            </a:pPr>
            <a:r>
              <a:t>Dashboard &amp; Responsive Analytics – Completed</a:t>
            </a:r>
          </a:p>
          <a:p>
            <a:pPr>
              <a:defRPr sz="1400"/>
            </a:pPr>
            <a:r>
              <a:t>Feedback System –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Progress Against Previous Commitments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b) Milestone completion estimate: ~85–90%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Justification: Core platform is fully functional. All major features are implemented: auth, recommendations, study tracking, resources with quizzes, study groups, NLP topic modeling, and analytics. Remaining work is polish, backend migration, and optional enhancements (chat, push notifications).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Implementation Since Last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Components implemented:</a:t>
            </a:r>
          </a:p>
          <a:p>
            <a:pPr lvl="1">
              <a:defRPr sz="1200"/>
            </a:pPr>
            <a:r>
              <a:t>Tech stack and architecture</a:t>
            </a:r>
          </a:p>
          <a:p>
            <a:pPr lvl="1">
              <a:defRPr sz="1200"/>
            </a:pPr>
            <a:r>
              <a:t>Matching algorithm in recommendationEngine.js</a:t>
            </a:r>
          </a:p>
          <a:p>
            <a:pPr lvl="1">
              <a:defRPr sz="1200"/>
            </a:pPr>
            <a:r>
              <a:t>StudyContext + AuthContext integration</a:t>
            </a:r>
          </a:p>
          <a:p>
            <a:pPr lvl="1">
              <a:defRPr sz="1200"/>
            </a:pPr>
            <a:r>
              <a:t>quizData.js, Quiz.jsx, recordFieldProgress</a:t>
            </a:r>
          </a:p>
          <a:p>
            <a:pPr lvl="1">
              <a:defRPr sz="1200"/>
            </a:pPr>
            <a:r>
              <a:t>backend/app.py, nlpBackgroundService.js</a:t>
            </a:r>
          </a:p>
          <a:p>
            <a:pPr lvl="1">
              <a:defRPr sz="1200"/>
            </a:pPr>
            <a:r>
              <a:t>StudyAnalytics.css media queries, Y-axis domains</a:t>
            </a:r>
          </a:p>
          <a:p>
            <a:pPr>
              <a:defRPr sz="1400"/>
            </a:pPr>
            <a:r>
              <a:t>Frontend: React 18, Vite, React Router, Framer Motion, Recharts</a:t>
            </a:r>
          </a:p>
          <a:p>
            <a:pPr>
              <a:defRPr sz="1400"/>
            </a:pPr>
            <a:r>
              <a:t>Recommendation Engine: Weighted Jaccard similarity (CS interests 40%, skills, learning style, etc.)</a:t>
            </a:r>
          </a:p>
          <a:p>
            <a:pPr>
              <a:defRPr sz="1400"/>
            </a:pPr>
            <a:r>
              <a:t>Study tracking: Session timer, 5-min inactivity pause, manual stop, recordManualStudySession</a:t>
            </a:r>
          </a:p>
          <a:p>
            <a:pPr>
              <a:defRPr sz="1400"/>
            </a:pPr>
            <a:r>
              <a:t>Quizzes: Field-based quizzes with proficiency (Beginner/Intermediate/Advanced/Expert)</a:t>
            </a:r>
          </a:p>
          <a:p>
            <a:pPr>
              <a:defRPr sz="1400"/>
            </a:pPr>
            <a:r>
              <a:t>BERTopic: Flask backend for topic modeling on feedback &amp; chat</a:t>
            </a:r>
          </a:p>
          <a:p>
            <a:pPr>
              <a:defRPr sz="1400"/>
            </a:pPr>
            <a:r>
              <a:t>Responsive analytics: Charts with ResponsiveContainer, empty states, animations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Iterations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Key iteration: NLP Insights moved to background (no user click needed). Topics auto-analyzed on login, cached 30 min.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Evidence: Core functionality works end-to-end. Recommendation matching produces ranked partners. Study sessions log hours. Quizzes update field progress. Topic modeling runs via backend. Charts display weekly hours and progress. Documentation in DOCUMENTATION.md.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Current Working State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a) Current prototype: Full React SPA with Flask backend for NLP. Runs locally (npm run dev + python app.py).</a:t>
            </a:r>
          </a:p>
          <a:p>
            <a:pPr lvl="1">
              <a:defRPr sz="1200"/>
            </a:pPr>
          </a:p>
          <a:p>
            <a:pPr lvl="1">
              <a:defRPr sz="1200"/>
            </a:pPr>
            <a:r>
              <a:t>Sign up, login, dashboard, recommendations, study groups, resources, quizzes, analytics, feedback, topic display on dashboard.</a:t>
            </a:r>
          </a:p>
          <a:p>
            <a:pPr lvl="1">
              <a:defRPr sz="1200"/>
            </a:pPr>
            <a:r>
              <a:t>Backend auth (still localStorage), real-time chat, push notifications, production deployment.</a:t>
            </a:r>
          </a:p>
          <a:p>
            <a:pPr lvl="1">
              <a:defRPr sz="1200"/>
            </a:pPr>
            <a:r>
              <a:t>Client-side only auth; scaling BERTopic for larger corpus.</a:t>
            </a:r>
          </a:p>
          <a:p>
            <a:pPr>
              <a:defRPr sz="1400"/>
            </a:pPr>
            <a:r>
              <a:t>b) Live-demonstrable functionality:</a:t>
            </a:r>
          </a:p>
          <a:p>
            <a:pPr>
              <a:defRPr sz="1400"/>
            </a:pPr>
            <a:r>
              <a:t>c) Incomplete / under development:</a:t>
            </a:r>
          </a:p>
          <a:p>
            <a:pPr>
              <a:defRPr sz="1400"/>
            </a:pPr>
            <a:r>
              <a:t>d) Biggest technical challenges: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Response to Previous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a) If no prior review feedback was received, state: 'First progress review – no prior feedback to address.'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b) If feedback was received, list each point and how it was addressed.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c) Any feedback not implemented: Justify (e.g., deferred to later phase, scope change).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Individual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Template – customize per team member:</a:t>
            </a:r>
          </a:p>
          <a:p>
            <a:pPr>
              <a:defRPr sz="1400"/>
            </a:pPr>
            <a:r>
              <a:t>Member 1: Name – Modules: [e.g., Auth, Recommendation Engine] – Work: [specific tasks] – Evidence: [files, commits]</a:t>
            </a:r>
          </a:p>
          <a:p>
            <a:pPr>
              <a:defRPr sz="1400"/>
            </a:pPr>
            <a:r>
              <a:t>Member 2: Name – Modules: [e.g., Study Tracking, Analytics] – Work: [specific tasks] – Evidence: [files, commits]</a:t>
            </a:r>
          </a:p>
          <a:p>
            <a:pPr>
              <a:defRPr sz="1400"/>
            </a:pPr>
            <a:r>
              <a:t>Member 3: Name – Modules: [e.g., Resources, Quizzes, NLP] – Work: [specific tasks] – Evidence: [files, commits]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Updated Plan and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a) Remaining tasks: Backend auth, deployment, optional chat/notifications, UI polish</a:t>
            </a:r>
          </a:p>
          <a:p>
            <a:pPr lvl="1">
              <a:defRPr sz="1200"/>
            </a:pPr>
          </a:p>
          <a:p>
            <a:pPr lvl="1">
              <a:defRPr sz="1200"/>
            </a:pPr>
          </a:p>
          <a:p>
            <a:pPr lvl="1">
              <a:defRPr sz="1200"/>
            </a:pPr>
            <a:r>
              <a:t>Risk: localStorage limits scalability → Mitigation: Migrate to backend DB. Risk: BERTopic slow on large data → Mitigation: Batch processing, cache topics.</a:t>
            </a:r>
          </a:p>
          <a:p>
            <a:pPr lvl="1">
              <a:defRPr sz="1200"/>
            </a:pPr>
          </a:p>
          <a:p>
            <a:pPr>
              <a:defRPr sz="1400"/>
            </a:pPr>
            <a:r>
              <a:t>b) Timeline: [Specify target completion date]</a:t>
            </a:r>
          </a:p>
          <a:p>
            <a:pPr>
              <a:defRPr sz="1400"/>
            </a:pPr>
            <a:r>
              <a:t>c) Risks &amp; mitigations:</a:t>
            </a:r>
          </a:p>
          <a:p>
            <a:pPr>
              <a:defRPr sz="1400"/>
            </a:pPr>
            <a:r>
              <a:t>d) On track: Yes / No – [brief explanation]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Risks &amp; Mitigations (detail)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Technical risk: Client-side storage → Mitigation: Plan backend API + database (e.g., PostgreSQL).</a:t>
            </a:r>
          </a:p>
          <a:p>
            <a:pPr>
              <a:spcAft>
                <a:spcPts val="600"/>
              </a:spcAft>
              <a:defRPr sz="1400"/>
            </a:pPr>
            <a:r>
              <a:t>Technical risk: NLP performance → Mitigation: Run topic modeling asynchronously; cache results.</a:t>
            </a:r>
          </a:p>
          <a:p>
            <a:pPr>
              <a:spcAft>
                <a:spcPts val="600"/>
              </a:spcAft>
              <a:defRPr sz="1400"/>
            </a:pPr>
            <a:r>
              <a:t>Project risk: Scope creep → Mitigation: Stick to MVP; defer chat/notifications to post-MVP.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EduConnect: Core platform complete. Auth, recommendations, study tracking, resources, quizzes, study groups, NLP, and analytics implemented. On track for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